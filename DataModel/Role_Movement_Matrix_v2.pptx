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Extended movement-by-role matrix. New consumer-side production rows from the business session: analyst/BI self-service (query in place, sandbox analytics as derived data), classification overlays (enrichment as join, never mutation of enterprise reference; namespaced, versioned, catalogued), and rules-as-data contribution (applied upstream, owned by contributing domain). Caveat throughout: cataloging — autonomy unconditional, anonymity forbidden.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0242A"/>
                </a:solidFill>
              </a:rPr>
              <a:t>Who copies, who queries — movement and catalog duty by role</a:t>
            </a:r>
            <a:endParaRPr lang="en-US" sz="2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7607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26E"/>
                </a:solidFill>
              </a:rPr>
              <a:t>One governed copy per boundary crossing into the CDM; everything else queries in place. Consumers may also PRODUCE — classifications, groupings, rules, analytics — the caveat is cataloging.</a:t>
            </a:r>
            <a:endParaRPr lang="en-US" sz="115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32688"/>
          <a:ext cx="1129284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  <a:gridCol w="2286000"/>
                <a:gridCol w="2286000"/>
                <a:gridCol w="214884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Actor · role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4A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 data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4A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Movement vs CDM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4A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 it persists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4A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Publishes to Catalog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4A2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F6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Trade domain — Producer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F6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(Calypso · Sophis · Darwin)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024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trades → positions, product legs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COPY into the CDM product,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 CDM contract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024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 raw + silver; the CDM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024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 IS the governed copy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024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 assets · conformed product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024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· contract version · SLA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F6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 — Producer role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F6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(RCAPS · RCS outputs)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024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valuations, deltas, stress 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024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Position-Metric shape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COPY: projection out of Risk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Silver onto the CDM side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024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 Silver FIRST (full fidelity,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024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 anchor); CDM = projection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024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 Silver product · CDM-shaped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024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 · both contract versions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 — Consumer role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(preprocessing for engines)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024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positions + legs + reference,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024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joined to market data, netting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F6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QUERY IN PLACE — 7a zero-copy,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F6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nothing moves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024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derived SHAPES persist in risk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024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space, lineage-tagged to the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024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CDM version queried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024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shape products (domain-scoped,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024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enterprise-discoverable)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Reporting — Consumer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(MRI · SPRx · RCS reporting)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024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CDM products; Risk Silver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024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(internally)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F6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QUERY IN PLACE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024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 marts only as owned,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024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derived products — never replicas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024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derived report products,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024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 shared beyond the team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 — Analyst / BI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(risk sandbox · R · Python)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024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 pivots, statistical model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024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outputs, BI on live data 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024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canned reports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F6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QUERY IN PLACE — BI tools and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F6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notebooks read governed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F6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products directly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024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sandbox analytics: new derived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024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data, lineage-tagged,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024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retention-bounded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024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registered; discoverable only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024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 published beyond the team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8A7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 domain — Classifier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8A7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(opinion overlays)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024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risk.emerging_markets,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024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high-risk industries — keyed 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024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enterprise Country / Product 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8A7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COPY of enterprise reference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8A7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overlay JOINED at query time;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8A7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enrichment ≠ mutation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024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domain-owned reference product;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024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versioned + effective-dated;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024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centre owns identity,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024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domain owns opinion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024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MUST register — namespaced by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024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owner, declares what it classifies;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024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divergence visible, never merged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8A7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 domain — Rules contributor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8A7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(classification rules)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024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product-type rules (T-bill vs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024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note) — today buried 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024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MRI / sprX code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8A7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published as RULES-AS-DATA;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8A7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applied upstream, before data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8A7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lands in risk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024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versioned decision table;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024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rule-set version stamped 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024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classified row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024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published reference product;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024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 = contributing domain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6053328"/>
            <a:ext cx="11247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3261E"/>
                </a:solidFill>
              </a:rPr>
              <a:t>The test in one line: </a:t>
            </a:r>
            <a:pPr indent="0" marL="0">
              <a:buNone/>
            </a:pPr>
            <a:r>
              <a:rPr lang="en-US" sz="1050" dirty="0">
                <a:solidFill>
                  <a:srgbClr val="20242A"/>
                </a:solidFill>
              </a:rPr>
              <a:t>if it must be synced, it's a copy (allowed only at the CDM boundary, under contract). If it can be rebuilt by re-running a query against a cited CDM version, it's a shape — new data, owned by the consumer, retention-bounded.  </a:t>
            </a:r>
            <a:pPr indent="0" marL="0">
              <a:buNone/>
            </a:pPr>
            <a:r>
              <a:rPr lang="en-US" sz="1050" b="1" dirty="0">
                <a:solidFill>
                  <a:srgbClr val="8A7A1C"/>
                </a:solidFill>
              </a:rPr>
              <a:t>Consumer→producer rule: </a:t>
            </a:r>
            <a:pPr indent="0" marL="0">
              <a:buNone/>
            </a:pPr>
            <a:r>
              <a:rPr lang="en-US" sz="1050" dirty="0">
                <a:solidFill>
                  <a:srgbClr val="20242A"/>
                </a:solidFill>
              </a:rPr>
              <a:t>autonomy to create is unconditional; anonymity is forbidden — every classification, grouping, or analytic is owned, namespaced, keyed on enterprise identity, versioned, and catalogued.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2026-09-19T16:17:33Z</dcterms:created>
  <dcterms:modified xsi:type="dcterms:W3CDTF">2026-09-19T16:17:33Z</dcterms:modified>
</cp:coreProperties>
</file>