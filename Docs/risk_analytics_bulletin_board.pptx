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F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PLATFORM  ·  TD SECURITIES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Analytics Environment — Bulletin 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of artifacts required for a robust Risk analytics environment on TDVIP.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92640" y="502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1F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EXECUTIVE REVIEW</a:t>
            </a:r>
            <a:endParaRPr lang="en-US" sz="900" dirty="0"/>
          </a:p>
          <a:p>
            <a:pPr algn="r" indent="0" marL="0">
              <a:buNone/>
            </a:pPr>
            <a:r>
              <a:rPr lang="en-US" sz="900" spc="200" kern="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11430000" cy="0"/>
          </a:xfrm>
          <a:prstGeom prst="line">
            <a:avLst/>
          </a:prstGeom>
          <a:noFill/>
          <a:ln w="19050">
            <a:solidFill>
              <a:srgbClr val="1F6B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1417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ongoing improvement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51760" y="14173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35808" y="1417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/ Active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21808" y="1417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23760" y="14173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F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07808" y="1417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509760" y="14173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C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93808" y="1417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74520"/>
          <a:ext cx="114300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828800"/>
                <a:gridCol w="914400"/>
                <a:gridCol w="6217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TDVIP Infrastructure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6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apps onboarded. Continuous improvement. (RAMS, strategy POC, Liquidity/CMOS data discovery)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C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Databricks Serverless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6B7C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9C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6B7C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 — restricts metric views and BI consumption patterns.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C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MicroStrategy ↔ Unity Catalog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6B7C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9C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6B7C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with Unity Catalog not in place.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Upstream Domain Data (CDM)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6B7C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(Risk Adoption)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 in TDVIP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BFC8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Currently in InfoP (Cloudera/Dremio). Open Q: data copy vs share Dremio catalog in-place.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Produced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6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Data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6B7C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(Foundational — App / Product group)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BFC8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Canonical entities, conformed names/types, PK/FK. </a:t>
                      </a:r>
                      <a:pPr algn="l" indent="0" marL="0">
                        <a:buNone/>
                      </a:pPr>
                      <a:r>
                        <a:rPr lang="en-US" sz="950" b="1" i="1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 with CMOS-databricks done.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Data Products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BFC8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Governance, contracts, DQ, lineage, stewardship, Collibra.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Analytics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BFC8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Fact/dim, semantic layer aligned to use cases. </a:t>
                      </a:r>
                      <a:pPr algn="l" indent="0" marL="0">
                        <a:buNone/>
                      </a:pPr>
                      <a:r>
                        <a:rPr lang="en-US" sz="950" b="1" i="1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 Schema / MicroStrategy POC completed.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Consumption — MicroStrategy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88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 concluded in dev. Connectivity to Databricks validated.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 — Liquidity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6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and exploration to join Liquidity and CMOS data.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/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BFC8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enabled in TDVIP. GitHub Copilot and M365 Copilot available across TDS.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Analytics Environment - Bulletin Board</dc:title>
  <dc:subject>PptxGenJS Presentation</dc:subject>
  <dc:creator>PptxGenJS</dc:creator>
  <cp:lastModifiedBy>PptxGenJS</cp:lastModifiedBy>
  <cp:revision>1</cp:revision>
  <dcterms:created xsi:type="dcterms:W3CDTF">2026-05-04T12:31:47Z</dcterms:created>
  <dcterms:modified xsi:type="dcterms:W3CDTF">2026-05-04T12:31:47Z</dcterms:modified>
</cp:coreProperties>
</file>