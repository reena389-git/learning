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dataset to data product — the metadata wrapper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doesn't become a data product by being renamed. It becomes one when it's wrapped in the metadata that consumers depend 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PROGRESSION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09928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11096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0939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concept. No rows. No agreement yet.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46888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70632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with agreed definition — attributes, allowed values, meaning.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32841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30168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Data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3813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conformed entities + relationships + rules.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41879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489704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App-Generated Dataset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4672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table. Has rows. But the data model behind it may be hidden.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" y="504748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48072"/>
            <a:ext cx="4114800" cy="7498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349240"/>
            <a:ext cx="347472" cy="347472"/>
          </a:xfrm>
          <a:prstGeom prst="ellipse">
            <a:avLst/>
          </a:prstGeom>
          <a:solidFill>
            <a:srgbClr val="1A5C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349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1560" y="5532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— now wrapped in metadata consumers can rely 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1417320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HOLDS A DATA PRODUCT 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1746504"/>
            <a:ext cx="6793992" cy="7772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1691640"/>
            <a:ext cx="6793992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764792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PRODUCT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947672"/>
            <a:ext cx="6793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fact_issuer_exposure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37760" y="2221992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 ·  contracted  ·  supported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2633472"/>
            <a:ext cx="6793992" cy="411480"/>
          </a:xfrm>
          <a:prstGeom prst="rect">
            <a:avLst/>
          </a:prstGeom>
          <a:solidFill>
            <a:srgbClr val="FFF9E5"/>
          </a:solidFill>
          <a:ln w="12700">
            <a:solidFill>
              <a:srgbClr val="F5B82E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074920" y="2633472"/>
            <a:ext cx="6519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1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wrapper</a:t>
            </a:r>
            <a:pPr indent="0" marL="0">
              <a:buNone/>
            </a:pPr>
            <a:r>
              <a:rPr lang="en-US" sz="10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visible to every consumer. Below is what must be declared, transparently, before this is a product.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3136392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136392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318211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3182112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entities are in this dataset? How do they relate? What rules apply?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conformed entities · FKs · precedence · filters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648456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648456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3694176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lineage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3694176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this dataset? Which Contract IDs populate each entity?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contracts · lineage spine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4160520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4160520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4206240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83680" y="4206240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fixes it. Who decides what it should be.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owner · business owner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937760" y="4672584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4672584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6" name="Text 54"/>
          <p:cNvSpPr/>
          <p:nvPr/>
        </p:nvSpPr>
        <p:spPr>
          <a:xfrm>
            <a:off x="5102352" y="4718304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lifecycle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83680" y="4718304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consumers expect it? What's its current state?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· SLA · lifecycle status · classification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37760" y="5184648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5184648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0" name="Text 58"/>
          <p:cNvSpPr/>
          <p:nvPr/>
        </p:nvSpPr>
        <p:spPr>
          <a:xfrm>
            <a:off x="5102352" y="5230368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description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83680" y="5230368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this dataset for? What does each column mean?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comment · column comments · aliases · allowed values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37760" y="5696712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5696712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4" name="Text 62"/>
          <p:cNvSpPr/>
          <p:nvPr/>
        </p:nvSpPr>
        <p:spPr>
          <a:xfrm>
            <a:off x="5102352" y="574243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0" y="5742432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consumers find it? Where's it documented?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Data Catalog · Unity Catalog tags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solidFill>
            <a:srgbClr val="F4F1EB"/>
          </a:solidFill>
          <a:ln/>
        </p:spPr>
      </p:sp>
      <p:sp>
        <p:nvSpPr>
          <p:cNvPr id="67" name="Shape 65"/>
          <p:cNvSpPr/>
          <p:nvPr/>
        </p:nvSpPr>
        <p:spPr>
          <a:xfrm>
            <a:off x="457200" y="6080760"/>
            <a:ext cx="45720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615391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</a:t>
            </a:r>
            <a:pPr indent="0" marL="0">
              <a:buNone/>
            </a:pPr>
            <a:r>
              <a:rPr lang="en-US" sz="11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an app-generated dataset a "data product" doesn't make it one. The promotion happens when the metadata wrapper is in place — and every layer above is transparently communicated to the business.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57200" y="66294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Slide 1 of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metadata threads through — sources, entities, facts, reports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sources align to Risk-declared entities. Entities feed facts. Facts feed reports. The metadata wrapper is what makes the thread visible at every step.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45720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CONSUMED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 takes 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06040" cy="3931920"/>
          </a:xfrm>
          <a:prstGeom prst="rect">
            <a:avLst/>
          </a:prstGeom>
          <a:solidFill>
            <a:srgbClr val="FBE9E7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12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ID: murex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ID: goldensource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00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520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ID: gleif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ID: midas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43484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4897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709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ID: bloomberg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5394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has a Contract ID (= app malcode for now)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81528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291840" y="1417320"/>
            <a:ext cx="2606040" cy="45720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RISK-DECLARED ENTITIES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16642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sources align 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1874520"/>
            <a:ext cx="2606040" cy="3931920"/>
          </a:xfrm>
          <a:prstGeom prst="rect">
            <a:avLst/>
          </a:prstGeom>
          <a:solidFill>
            <a:srgbClr val="D6EFE1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05740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2112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26517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2461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300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29000" y="384048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29000" y="443484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44897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Calendar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29000" y="5394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declares these in entity workbooks. Source catalog maps source → entity.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16168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</a:rPr>
              <a:t>→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126480" y="1417320"/>
            <a:ext cx="2606040" cy="457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RISK-OWNED FACTS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16642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 produces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1874520"/>
            <a:ext cx="2606040" cy="3931920"/>
          </a:xfrm>
          <a:prstGeom prst="rect">
            <a:avLst/>
          </a:prstGeom>
          <a:solidFill>
            <a:srgbClr val="EEF7F0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05740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2112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fact_issuer_exposure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2764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× Agreement × Issuer × Date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6517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fact_pfe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27648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× Date × Horizon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2461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3300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fact_ead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27648" y="3520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× Agreement × Date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63640" y="5394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reference entities via Base entity declarations on each column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50808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</a:rPr>
              <a:t>→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8961120" y="1417320"/>
            <a:ext cx="2606040" cy="45720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57" name="Text 55"/>
          <p:cNvSpPr/>
          <p:nvPr/>
        </p:nvSpPr>
        <p:spPr>
          <a:xfrm>
            <a:off x="9052560" y="1463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REPORTS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52560" y="16642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consumes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961120" y="1874520"/>
            <a:ext cx="2606040" cy="3931920"/>
          </a:xfrm>
          <a:prstGeom prst="rect">
            <a:avLst/>
          </a:prstGeom>
          <a:solidFill>
            <a:srgbClr val="FFF9E5"/>
          </a:solidFill>
          <a:ln w="9525">
            <a:solidFill>
              <a:srgbClr val="F5B8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98280" y="205740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62288" y="2112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sovereign exposures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1622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OSFI, daily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098280" y="26517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62288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concentration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162288" y="2926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Cross-regime, weekly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98280" y="32461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62288" y="3300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rating drift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162288" y="3520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098280" y="5394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inherit metadata from facts and entities. They add only filters, groupings, business question.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FF9E5"/>
          </a:solidFill>
          <a:ln w="12700">
            <a:solidFill>
              <a:srgbClr val="F5B82E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metadata thread:  </a:t>
            </a:r>
            <a:pPr indent="0" marL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catalog declares </a:t>
            </a:r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entity</a:t>
            </a:r>
            <a:pPr indent="0" marL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Entity workbook declares the entity's attributes. Fact's Columns sheet declares </a:t>
            </a:r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entity</a:t>
            </a:r>
            <a:pPr indent="0" marL="0">
              <a:buNone/>
            </a:pPr>
            <a:r>
              <a:rPr lang="en-US" sz="11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column. Reports reference the fact. Every step is connected through declared metadata.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57200" y="66294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Slide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dataset to data product</dc:title>
  <dc:subject>PptxGenJS Presentation</dc:subject>
  <dc:creator>Risk Data Platform</dc:creator>
  <cp:lastModifiedBy>Risk Data Platform</cp:lastModifiedBy>
  <cp:revision>1</cp:revision>
  <dcterms:created xsi:type="dcterms:W3CDTF">2026-06-15T19:05:11Z</dcterms:created>
  <dcterms:modified xsi:type="dcterms:W3CDTF">2026-06-15T19:05:11Z</dcterms:modified>
</cp:coreProperties>
</file>