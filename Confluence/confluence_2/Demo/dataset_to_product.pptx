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dataset to data product — the metadata wrapper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doesn't become a data product by being renamed. It becomes one when it's wrapped in the metadata that consumers depend 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PROGRESSION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709928"/>
            <a:ext cx="411480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11096"/>
            <a:ext cx="347472" cy="347472"/>
          </a:xfrm>
          <a:prstGeom prst="ellipse">
            <a:avLst/>
          </a:prstGeom>
          <a:solidFill>
            <a:srgbClr val="FAF8F3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20939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concept. No rows. No agreement yet.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2468880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411480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70632"/>
            <a:ext cx="347472" cy="347472"/>
          </a:xfrm>
          <a:prstGeom prst="ellipse">
            <a:avLst/>
          </a:prstGeom>
          <a:solidFill>
            <a:srgbClr val="FAF8F3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79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Entity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2953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with agreed definition — attributes, allowed values, meaning.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332841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411480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30168"/>
            <a:ext cx="347472" cy="347472"/>
          </a:xfrm>
          <a:prstGeom prst="ellipse">
            <a:avLst/>
          </a:prstGeom>
          <a:solidFill>
            <a:srgbClr val="FAF8F3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Data Model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1560" y="38130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conformed entities + relationships + rules.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" y="418795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88536"/>
            <a:ext cx="411480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489704"/>
            <a:ext cx="347472" cy="347472"/>
          </a:xfrm>
          <a:prstGeom prst="ellipse">
            <a:avLst/>
          </a:prstGeom>
          <a:solidFill>
            <a:srgbClr val="FAF8F3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398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App-Generated Dataset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" y="4672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table. Has rows. But the data model behind it may be hidden.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" y="504748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148072"/>
            <a:ext cx="4114800" cy="7498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349240"/>
            <a:ext cx="347472" cy="347472"/>
          </a:xfrm>
          <a:prstGeom prst="ellipse">
            <a:avLst/>
          </a:prstGeom>
          <a:solidFill>
            <a:srgbClr val="1A5C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349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5257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51560" y="5532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— now wrapped in metadata consumers can rely 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1417320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HOLDS A DATA PRODUCT UP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1746504"/>
            <a:ext cx="6793992" cy="7772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1691640"/>
            <a:ext cx="6793992" cy="7772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1764792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B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PRODUCT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1947672"/>
            <a:ext cx="6793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fact_issuer_exposure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37760" y="2221992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 ·  contracted  ·  supported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2633472"/>
            <a:ext cx="6793992" cy="411480"/>
          </a:xfrm>
          <a:prstGeom prst="rect">
            <a:avLst/>
          </a:prstGeom>
          <a:solidFill>
            <a:srgbClr val="FFF9E5"/>
          </a:solidFill>
          <a:ln w="12700">
            <a:solidFill>
              <a:srgbClr val="F5B82E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5074920" y="2633472"/>
            <a:ext cx="6519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100" b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metadata wrapper</a:t>
            </a:r>
            <a:pPr indent="0" marL="0">
              <a:buNone/>
            </a:pPr>
            <a:r>
              <a:rPr lang="en-US" sz="10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visible to every consumer. Below is what must be declared, transparently, before this is a product.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37760" y="3136392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3136392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4" name="Text 42"/>
          <p:cNvSpPr/>
          <p:nvPr/>
        </p:nvSpPr>
        <p:spPr>
          <a:xfrm>
            <a:off x="5102352" y="3182112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0" y="3182112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entities are in this dataset? How do they relate? What rules apply?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conformed entities · FKs · precedence · filters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3648456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3648456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8" name="Text 46"/>
          <p:cNvSpPr/>
          <p:nvPr/>
        </p:nvSpPr>
        <p:spPr>
          <a:xfrm>
            <a:off x="5102352" y="3694176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lineage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0" y="3694176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feeds this dataset? Which Contract IDs populate each entity?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 contracts · lineage spine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37760" y="4160520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37760" y="4160520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2" name="Text 50"/>
          <p:cNvSpPr/>
          <p:nvPr/>
        </p:nvSpPr>
        <p:spPr>
          <a:xfrm>
            <a:off x="5102352" y="4206240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83680" y="4206240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fixes it. Who decides what it should be.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owner · business owner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937760" y="4672584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4672584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6" name="Text 54"/>
          <p:cNvSpPr/>
          <p:nvPr/>
        </p:nvSpPr>
        <p:spPr>
          <a:xfrm>
            <a:off x="5102352" y="4718304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lifecycle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83680" y="4718304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consumers expect it? What's its current state?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 · SLA · lifecycle status · classification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937760" y="5184648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37760" y="5184648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0" name="Text 58"/>
          <p:cNvSpPr/>
          <p:nvPr/>
        </p:nvSpPr>
        <p:spPr>
          <a:xfrm>
            <a:off x="5102352" y="5230368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description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83680" y="5230368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this dataset for? What does each column mean?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comment · column comments · aliases · allowed values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937760" y="5696712"/>
            <a:ext cx="6793992" cy="466344"/>
          </a:xfrm>
          <a:prstGeom prst="rect">
            <a:avLst/>
          </a:prstGeom>
          <a:solidFill>
            <a:srgbClr val="FAF8F3"/>
          </a:solidFill>
          <a:ln w="9525">
            <a:solidFill>
              <a:srgbClr val="E0DDD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37760" y="5696712"/>
            <a:ext cx="73152" cy="46634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4" name="Text 62"/>
          <p:cNvSpPr/>
          <p:nvPr/>
        </p:nvSpPr>
        <p:spPr>
          <a:xfrm>
            <a:off x="5102352" y="5742432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83680" y="5742432"/>
            <a:ext cx="5056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consumers find it? Where's it documented?  </a:t>
            </a:r>
            <a:pPr indent="0" marL="0">
              <a:buNone/>
            </a:pPr>
            <a:r>
              <a:rPr lang="en-US" sz="950" i="1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Data Catalog · Unity Catalog tags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solidFill>
            <a:srgbClr val="F4F1EB"/>
          </a:solidFill>
          <a:ln/>
        </p:spPr>
      </p:sp>
      <p:sp>
        <p:nvSpPr>
          <p:cNvPr id="67" name="Shape 65"/>
          <p:cNvSpPr/>
          <p:nvPr/>
        </p:nvSpPr>
        <p:spPr>
          <a:xfrm>
            <a:off x="457200" y="6080760"/>
            <a:ext cx="45720" cy="502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615391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</a:t>
            </a:r>
            <a:pPr indent="0" marL="0">
              <a:buNone/>
            </a:pPr>
            <a:r>
              <a:rPr lang="en-US" sz="1150" i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an app-generated dataset a "data product" doesn't make it one. The promotion happens when the metadata wrapper is in place — and every layer above is transparently communicated to the business.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457200" y="66294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dataset to data product</dc:title>
  <dc:subject>PptxGenJS Presentation</dc:subject>
  <dc:creator>Risk Data Platform</dc:creator>
  <cp:lastModifiedBy>Risk Data Platform</cp:lastModifiedBy>
  <cp:revision>1</cp:revision>
  <dcterms:created xsi:type="dcterms:W3CDTF">2026-06-12T15:46:29Z</dcterms:created>
  <dcterms:modified xsi:type="dcterms:W3CDTF">2026-06-12T15:46:29Z</dcterms:modified>
</cp:coreProperties>
</file>