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 Flow</a:t>
            </a:r>
            <a:pPr indent="0" marL="0">
              <a:buNone/>
            </a:pPr>
            <a:r>
              <a:rPr lang="en-US" sz="22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 · physical name · short name · app aliases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at the PG conformed schema · canonical names carry up to Risk Warehouse and down to apps · app names preserved as aliases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029200" cy="868680"/>
          </a:xfrm>
          <a:prstGeom prst="rect">
            <a:avLst/>
          </a:prstGeom>
          <a:solidFill>
            <a:srgbClr val="DDE7F5"/>
          </a:solidFill>
          <a:ln w="19050">
            <a:solidFill>
              <a:srgbClr val="1F5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43584"/>
            <a:ext cx="4809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BUSINESS NAME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Internal Rating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80360" y="2057400"/>
            <a:ext cx="0" cy="292608"/>
          </a:xfrm>
          <a:prstGeom prst="line">
            <a:avLst/>
          </a:prstGeom>
          <a:noFill/>
          <a:ln w="25400">
            <a:solidFill>
              <a:srgbClr val="1F5E8C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017520" y="20939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normalise: lowercase, replace spaces with underscores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5029200" cy="86868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04872"/>
            <a:ext cx="4809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PHYSICAL NAME (canonical, snake_case)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counterparty_internal_rating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3218688"/>
            <a:ext cx="0" cy="292608"/>
          </a:xfrm>
          <a:prstGeom prst="line">
            <a:avLst/>
          </a:prstGeom>
          <a:noFill/>
          <a:ln w="25400">
            <a:solidFill>
              <a:srgbClr val="176B2C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017520" y="32552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length-constrained consumer needs a short form, derive via abbreviations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511296"/>
            <a:ext cx="5029200" cy="868680"/>
          </a:xfrm>
          <a:prstGeom prst="rect">
            <a:avLst/>
          </a:prstGeom>
          <a:solidFill>
            <a:srgbClr val="FFF4DD"/>
          </a:solidFill>
          <a:ln w="19050">
            <a:solidFill>
              <a:srgbClr val="C88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566160"/>
            <a:ext cx="4809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SHORT NAME (derived from abbreviations sheet)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cp_int_rating       e.g., for a regulatory feed, BI column header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4379976"/>
            <a:ext cx="0" cy="292608"/>
          </a:xfrm>
          <a:prstGeom prst="line">
            <a:avLst/>
          </a:prstGeom>
          <a:noFill/>
          <a:ln w="25400">
            <a:solidFill>
              <a:srgbClr val="6B3F8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017520" y="4416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original source-app names as aliases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672584"/>
            <a:ext cx="5029200" cy="868680"/>
          </a:xfrm>
          <a:prstGeom prst="rect">
            <a:avLst/>
          </a:prstGeom>
          <a:solidFill>
            <a:srgbClr val="E8DDF0"/>
          </a:solidFill>
          <a:ln w="19050">
            <a:solidFill>
              <a:srgbClr val="6B3F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727448"/>
            <a:ext cx="4809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APP ALIASES (preserve mapping to source apps)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xvala:cpIntRtg  ·  cmos:internal_rating_cd  ·  regds:ctp_irating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188720"/>
            <a:ext cx="6126480" cy="182880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28016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Authority — PG conformed schema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defined and owned at  </a:t>
            </a:r>
            <a:pPr indent="0" marL="0">
              <a:buNone/>
            </a:pPr>
            <a:r>
              <a:rPr lang="en-US" sz="1000" b="1" dirty="0">
                <a:solidFill>
                  <a:srgbClr val="17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&lt;pg&gt;.conformed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PG Leaders.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Warehouse uses the same canonical names (riskwh.*)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keep their original names; aliases record the mapping back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 names are NOT forced to rename. Translation happens at the conformance step, where aliases are recorded against the canonical column.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3154680"/>
            <a:ext cx="6126480" cy="1645920"/>
          </a:xfrm>
          <a:prstGeom prst="rect">
            <a:avLst/>
          </a:prstGeom>
          <a:solidFill>
            <a:srgbClr val="EFF5FB"/>
          </a:solidFill>
          <a:ln w="19050">
            <a:solidFill>
              <a:srgbClr val="1F5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32461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Where each name lives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name   →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column name in the table</a:t>
            </a:r>
            <a:endParaRPr lang="en-US" sz="120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name   →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column tag  </a:t>
            </a:r>
            <a:pPr indent="0" marL="0">
              <a:buNone/>
            </a:pPr>
            <a:r>
              <a:rPr lang="en-US" sz="900" dirty="0">
                <a:solidFill>
                  <a:srgbClr val="17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business_name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Collibra</a:t>
            </a:r>
            <a:endParaRPr lang="en-US" sz="120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name      →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column tag  </a:t>
            </a:r>
            <a:pPr indent="0" marL="0">
              <a:buNone/>
            </a:pPr>
            <a:r>
              <a:rPr lang="en-US" sz="900" dirty="0">
                <a:solidFill>
                  <a:srgbClr val="C88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short_name</a:t>
            </a:r>
            <a:pPr indent="0" marL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(only if derived)</a:t>
            </a:r>
            <a:endParaRPr lang="en-US" sz="120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aliases     →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column tag  </a:t>
            </a:r>
            <a:pPr indent="0" marL="0">
              <a:buNone/>
            </a:pPr>
            <a:r>
              <a:rPr lang="en-US" sz="900" dirty="0">
                <a:solidFill>
                  <a:srgbClr val="6B3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aliases</a:t>
            </a:r>
            <a:pPr indent="0" marL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(multi-value: app:colname pairs)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YAML in Git is the source of truth — UC tags + Collibra are populated from 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4937760"/>
            <a:ext cx="6126480" cy="1371600"/>
          </a:xfrm>
          <a:prstGeom prst="rect">
            <a:avLst/>
          </a:prstGeom>
          <a:solidFill>
            <a:srgbClr val="E8DDF0"/>
          </a:solidFill>
          <a:ln w="19050">
            <a:solidFill>
              <a:srgbClr val="6B3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50292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Reverse lookup</a:t>
            </a:r>
            <a:endParaRPr lang="en-US" sz="12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short → business name: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 UC tag  business_name  on the column</a:t>
            </a:r>
            <a:endParaRPr lang="en-US" sz="120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alias → canonical column: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search UC tag  aliases  for the source value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5943600"/>
            <a:ext cx="11521440" cy="777240"/>
          </a:xfrm>
          <a:prstGeom prst="rect">
            <a:avLst/>
          </a:prstGeom>
          <a:solidFill>
            <a:srgbClr val="F4F6F4"/>
          </a:solidFill>
          <a:ln w="6350">
            <a:solidFill>
              <a:srgbClr val="D0D7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998464"/>
            <a:ext cx="11338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RULES FOR PHYSICAL NAMES: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lowercase only · 2) snake_case for compound names · 3) no special characters · 4) standard suffixes (_id, _date, _amount, _flag, _code, _name, etc.) · 5) no SQL reserved words · 6) ≤ 30 characters · 7) short forms (only if needed) use the abbreviations dictionary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Naming Convention Flow</dc:title>
  <dc:subject>PptxGenJS Presentation</dc:subject>
  <dc:creator>PptxGenJS</dc:creator>
  <cp:lastModifiedBy>PptxGenJS</cp:lastModifiedBy>
  <cp:revision>1</cp:revision>
  <dcterms:created xsi:type="dcterms:W3CDTF">2026-05-12T01:55:41Z</dcterms:created>
  <dcterms:modified xsi:type="dcterms:W3CDTF">2026-05-12T01:55:41Z</dcterms:modified>
</cp:coreProperties>
</file>